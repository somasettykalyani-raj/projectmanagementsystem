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13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66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932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71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356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286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18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96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303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08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8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520802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1925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3741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722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876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566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9571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3"/>
            <a:ext cx="8472055" cy="3599316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Project Overview</a:t>
            </a:r>
            <a:r>
              <a:rPr lang="en-US" dirty="0" smtClean="0"/>
              <a:t>	</a:t>
            </a:r>
            <a:r>
              <a:rPr sz="2800" dirty="0" smtClean="0"/>
              <a:t>:</a:t>
            </a:r>
            <a:r>
              <a:rPr lang="en-US" sz="2800" dirty="0" smtClean="0"/>
              <a:t> </a:t>
            </a:r>
            <a:r>
              <a:rPr lang="en-US" sz="2600" dirty="0" smtClean="0"/>
              <a:t>Project Management System</a:t>
            </a:r>
            <a:endParaRPr lang="en-US" sz="2600" dirty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sz="1700" dirty="0" smtClean="0"/>
              <a:t>A </a:t>
            </a:r>
            <a:r>
              <a:rPr lang="en-US" sz="1700" dirty="0"/>
              <a:t>Project Management System is a web-based application designed to help users efficiently manage and organize project-related tasks. The system provides a simple and user-friendly interface where users can add, view, and delete project details.</a:t>
            </a:r>
            <a:endParaRPr lang="en-US" sz="1700" dirty="0" smtClean="0"/>
          </a:p>
          <a:p>
            <a:r>
              <a:rPr lang="en-US" sz="2800" b="1" dirty="0" smtClean="0"/>
              <a:t>Department</a:t>
            </a:r>
            <a:r>
              <a:rPr lang="en-US" dirty="0" smtClean="0"/>
              <a:t>		</a:t>
            </a:r>
            <a:r>
              <a:rPr lang="en-US" sz="2800" dirty="0" smtClean="0"/>
              <a:t>:</a:t>
            </a:r>
            <a:r>
              <a:rPr lang="en-US" dirty="0" smtClean="0"/>
              <a:t> </a:t>
            </a:r>
            <a:r>
              <a:rPr lang="en-US" sz="2400" dirty="0" smtClean="0"/>
              <a:t>Computer Science &amp;Engineering</a:t>
            </a:r>
          </a:p>
          <a:p>
            <a:r>
              <a:rPr lang="en-US" sz="2800" b="1" dirty="0"/>
              <a:t>Presented By</a:t>
            </a:r>
            <a:r>
              <a:rPr lang="en-US" sz="2400" dirty="0"/>
              <a:t>		</a:t>
            </a:r>
            <a:r>
              <a:rPr lang="en-US" sz="2400" dirty="0" smtClean="0"/>
              <a:t>: </a:t>
            </a:r>
            <a:r>
              <a:rPr lang="en-US" sz="2400" dirty="0" err="1" smtClean="0"/>
              <a:t>Kalyani</a:t>
            </a:r>
            <a:r>
              <a:rPr lang="en-US" sz="2400" dirty="0" smtClean="0"/>
              <a:t> </a:t>
            </a:r>
            <a:r>
              <a:rPr lang="en-US" sz="2400" dirty="0"/>
              <a:t>S</a:t>
            </a:r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project management is difficult</a:t>
            </a:r>
          </a:p>
          <a:p>
            <a:r>
              <a:t>No tracking of tasks</a:t>
            </a:r>
          </a:p>
          <a:p>
            <a:r>
              <a:t>No centralized system</a:t>
            </a:r>
          </a:p>
          <a:p>
            <a:r>
              <a:t>Miscommunication issues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system</a:t>
            </a:r>
          </a:p>
          <a:p>
            <a:r>
              <a:t>Track project status</a:t>
            </a:r>
          </a:p>
          <a:p>
            <a:r>
              <a:t>Assign teams</a:t>
            </a:r>
          </a:p>
          <a:p>
            <a:r>
              <a:t>Improve productivity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CSS, JS</a:t>
            </a:r>
          </a:p>
          <a:p>
            <a:r>
              <a:t>Backend: Node.js</a:t>
            </a:r>
          </a:p>
          <a:p>
            <a:r>
              <a:t>Database: MongoDB</a:t>
            </a:r>
          </a:p>
          <a:p>
            <a:r>
              <a:t>Tools: VS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lowchart: Process 20"/>
          <p:cNvSpPr/>
          <p:nvPr/>
        </p:nvSpPr>
        <p:spPr>
          <a:xfrm>
            <a:off x="3664528" y="5098473"/>
            <a:ext cx="1974272" cy="651163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lowchart: Process 19"/>
          <p:cNvSpPr/>
          <p:nvPr/>
        </p:nvSpPr>
        <p:spPr>
          <a:xfrm>
            <a:off x="3664528" y="3863181"/>
            <a:ext cx="1821872" cy="722674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lowchart: Process 17"/>
          <p:cNvSpPr/>
          <p:nvPr/>
        </p:nvSpPr>
        <p:spPr>
          <a:xfrm>
            <a:off x="3664528" y="2838956"/>
            <a:ext cx="1974272" cy="583117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lowchart: Process 13"/>
          <p:cNvSpPr/>
          <p:nvPr/>
        </p:nvSpPr>
        <p:spPr>
          <a:xfrm>
            <a:off x="4121726" y="1631466"/>
            <a:ext cx="1073729" cy="542165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dirty="0" smtClean="0"/>
              <a:t>User </a:t>
            </a: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dirty="0" smtClean="0"/>
              <a:t> </a:t>
            </a:r>
            <a:r>
              <a:rPr dirty="0"/>
              <a:t>Frontend </a:t>
            </a: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dirty="0" smtClean="0"/>
              <a:t> </a:t>
            </a:r>
            <a:r>
              <a:rPr dirty="0"/>
              <a:t>Backend </a:t>
            </a: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		</a:t>
            </a:r>
          </a:p>
          <a:p>
            <a:pPr marL="0" indent="0" algn="ctr">
              <a:buNone/>
            </a:pPr>
            <a:r>
              <a:rPr dirty="0" smtClean="0"/>
              <a:t> </a:t>
            </a:r>
            <a:r>
              <a:rPr dirty="0"/>
              <a:t>Database</a:t>
            </a:r>
          </a:p>
        </p:txBody>
      </p:sp>
      <p:sp>
        <p:nvSpPr>
          <p:cNvPr id="7" name="Down Arrow 6"/>
          <p:cNvSpPr/>
          <p:nvPr/>
        </p:nvSpPr>
        <p:spPr>
          <a:xfrm>
            <a:off x="4480213" y="3419870"/>
            <a:ext cx="183573" cy="42832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/>
          <p:cNvSpPr/>
          <p:nvPr/>
        </p:nvSpPr>
        <p:spPr>
          <a:xfrm flipH="1">
            <a:off x="4433453" y="4602746"/>
            <a:ext cx="225136" cy="482671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Down Arrow 8"/>
          <p:cNvSpPr/>
          <p:nvPr/>
        </p:nvSpPr>
        <p:spPr>
          <a:xfrm>
            <a:off x="4520046" y="2201956"/>
            <a:ext cx="138544" cy="52769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3664528" y="1631466"/>
            <a:ext cx="1496291" cy="387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3816928" y="1783866"/>
            <a:ext cx="1496291" cy="387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project</a:t>
            </a:r>
          </a:p>
          <a:p>
            <a:r>
              <a:t>View projects</a:t>
            </a:r>
          </a:p>
          <a:p>
            <a:r>
              <a:t>Delete project</a:t>
            </a:r>
          </a:p>
          <a:p>
            <a:r>
              <a:t>Track status</a:t>
            </a:r>
          </a:p>
          <a:p>
            <a:r>
              <a:t>Simple 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completed successfully</a:t>
            </a:r>
          </a:p>
          <a:p>
            <a:r>
              <a:t>Learned full-stack basics</a:t>
            </a:r>
          </a:p>
          <a:p>
            <a:r>
              <a:t>Can be improved further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-845127"/>
            <a:ext cx="6896534" cy="457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V="1">
            <a:off x="1828800" y="7611687"/>
            <a:ext cx="5591989" cy="45719"/>
          </a:xfrm>
        </p:spPr>
        <p:txBody>
          <a:bodyPr>
            <a:normAutofit fontScale="25000" lnSpcReduction="20000"/>
            <a:scene3d>
              <a:camera prst="orthographicFront"/>
              <a:lightRig rig="threePt" dir="t"/>
            </a:scene3d>
            <a:sp3d extrusionH="57150">
              <a:bevelT h="25400" prst="softRound"/>
            </a:sp3d>
          </a:bodyPr>
          <a:lstStyle/>
          <a:p>
            <a:pPr marL="0" indent="0">
              <a:buNone/>
            </a:pPr>
            <a:endParaRPr lang="en-US" sz="9600" b="1" dirty="0" smtClean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Broadway" panose="04040905080B02020502" pitchFamily="8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00545" y="2551837"/>
            <a:ext cx="7176655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indent="0" algn="ctr">
              <a:buNone/>
            </a:pPr>
            <a:r>
              <a:rPr lang="en-US" sz="8800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roadway" panose="04040905080B02020502" pitchFamily="82" charset="0"/>
              </a:rPr>
              <a:t>Thank</a:t>
            </a:r>
          </a:p>
          <a:p>
            <a:pPr marL="457200" lvl="1" indent="0" algn="ctr">
              <a:buNone/>
            </a:pPr>
            <a:r>
              <a:rPr lang="en-US" sz="8800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roadway" panose="04040905080B02020502" pitchFamily="82" charset="0"/>
              </a:rPr>
              <a:t>You</a:t>
            </a:r>
            <a:endParaRPr lang="en-IN" sz="88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35459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117</TotalTime>
  <Words>80</Words>
  <Application>Microsoft Office PowerPoint</Application>
  <PresentationFormat>On-screen Show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Broadway</vt:lpstr>
      <vt:lpstr>Trebuchet MS</vt:lpstr>
      <vt:lpstr>Berlin</vt:lpstr>
      <vt:lpstr>Project Management System</vt:lpstr>
      <vt:lpstr>Problem Statement</vt:lpstr>
      <vt:lpstr>Objective</vt:lpstr>
      <vt:lpstr>Technology Used</vt:lpstr>
      <vt:lpstr>Architecture</vt:lpstr>
      <vt:lpstr>Features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System</dc:title>
  <dc:subject/>
  <dc:creator>Kalyan Raj</dc:creator>
  <cp:keywords/>
  <dc:description>generated using python-pptx</dc:description>
  <cp:lastModifiedBy>user</cp:lastModifiedBy>
  <cp:revision>11</cp:revision>
  <dcterms:created xsi:type="dcterms:W3CDTF">2013-01-27T09:14:16Z</dcterms:created>
  <dcterms:modified xsi:type="dcterms:W3CDTF">2026-06-26T03:25:17Z</dcterms:modified>
  <cp:category/>
</cp:coreProperties>
</file>